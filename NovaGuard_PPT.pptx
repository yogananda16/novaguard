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84" autoAdjust="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6EF1B2-7542-43A5-9EB8-CC6D5463ACDC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72183D4-9F7C-4404-A20E-E9955989F126}">
      <dgm:prSet/>
      <dgm:spPr>
        <a:solidFill>
          <a:srgbClr val="1F4E79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bg1"/>
              </a:solidFill>
            </a:rPr>
            <a:t>1. Unexpected machine breakdowns cause costly downtime</a:t>
          </a:r>
          <a:endParaRPr lang="en-US" dirty="0">
            <a:solidFill>
              <a:schemeClr val="bg1"/>
            </a:solidFill>
          </a:endParaRPr>
        </a:p>
      </dgm:t>
    </dgm:pt>
    <dgm:pt modelId="{A726D6E7-03D5-49C5-BC73-9159135727D7}" type="parTrans" cxnId="{51FC9099-67E8-40C6-A0F0-E0F4A26A82D8}">
      <dgm:prSet/>
      <dgm:spPr/>
      <dgm:t>
        <a:bodyPr/>
        <a:lstStyle/>
        <a:p>
          <a:endParaRPr lang="en-US"/>
        </a:p>
      </dgm:t>
    </dgm:pt>
    <dgm:pt modelId="{E9801884-3592-4538-86AC-8FD4F5E6D887}" type="sibTrans" cxnId="{51FC9099-67E8-40C6-A0F0-E0F4A26A82D8}">
      <dgm:prSet/>
      <dgm:spPr/>
      <dgm:t>
        <a:bodyPr/>
        <a:lstStyle/>
        <a:p>
          <a:endParaRPr lang="en-US"/>
        </a:p>
      </dgm:t>
    </dgm:pt>
    <dgm:pt modelId="{EDEFFE59-94BA-4237-BCAA-408D90D6454D}">
      <dgm:prSet/>
      <dgm:spPr>
        <a:solidFill>
          <a:srgbClr val="1F4E79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bg1"/>
              </a:solidFill>
            </a:rPr>
            <a:t>2. Maintenance is reactive or wasteful</a:t>
          </a:r>
          <a:endParaRPr lang="en-US" dirty="0">
            <a:solidFill>
              <a:schemeClr val="bg1"/>
            </a:solidFill>
          </a:endParaRPr>
        </a:p>
      </dgm:t>
    </dgm:pt>
    <dgm:pt modelId="{F72DB4B1-452C-4464-B4AB-7C4840B39B7F}" type="parTrans" cxnId="{E7C20C4B-E979-4599-89C9-8DC00218432A}">
      <dgm:prSet/>
      <dgm:spPr/>
      <dgm:t>
        <a:bodyPr/>
        <a:lstStyle/>
        <a:p>
          <a:endParaRPr lang="en-US"/>
        </a:p>
      </dgm:t>
    </dgm:pt>
    <dgm:pt modelId="{9E351C61-0A06-4870-8EFF-DCFD36DFD29E}" type="sibTrans" cxnId="{E7C20C4B-E979-4599-89C9-8DC00218432A}">
      <dgm:prSet/>
      <dgm:spPr/>
      <dgm:t>
        <a:bodyPr/>
        <a:lstStyle/>
        <a:p>
          <a:endParaRPr lang="en-US"/>
        </a:p>
      </dgm:t>
    </dgm:pt>
    <dgm:pt modelId="{02298E05-23D0-4126-ABE5-1DA02C7FD5B4}">
      <dgm:prSet/>
      <dgm:spPr>
        <a:solidFill>
          <a:srgbClr val="1F4E79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bg1"/>
              </a:solidFill>
            </a:rPr>
            <a:t>3. No early warning system on the floor</a:t>
          </a:r>
          <a:endParaRPr lang="en-US" dirty="0">
            <a:solidFill>
              <a:schemeClr val="bg1"/>
            </a:solidFill>
          </a:endParaRPr>
        </a:p>
      </dgm:t>
    </dgm:pt>
    <dgm:pt modelId="{62A11DE6-FC65-4E01-91E6-6678AC475177}" type="parTrans" cxnId="{0A862122-A118-4AA4-B667-6D437969019B}">
      <dgm:prSet/>
      <dgm:spPr/>
      <dgm:t>
        <a:bodyPr/>
        <a:lstStyle/>
        <a:p>
          <a:endParaRPr lang="en-US"/>
        </a:p>
      </dgm:t>
    </dgm:pt>
    <dgm:pt modelId="{08F6FB47-E409-4F01-B108-FEA24A79BB6D}" type="sibTrans" cxnId="{0A862122-A118-4AA4-B667-6D437969019B}">
      <dgm:prSet/>
      <dgm:spPr/>
      <dgm:t>
        <a:bodyPr/>
        <a:lstStyle/>
        <a:p>
          <a:endParaRPr lang="en-US"/>
        </a:p>
      </dgm:t>
    </dgm:pt>
    <dgm:pt modelId="{DD759520-3430-465C-95C2-C0C290450A14}">
      <dgm:prSet/>
      <dgm:spPr>
        <a:solidFill>
          <a:srgbClr val="1F4E79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bg1"/>
              </a:solidFill>
            </a:rPr>
            <a:t>4. Manual tracking misses failure patterns</a:t>
          </a:r>
          <a:endParaRPr lang="en-US" dirty="0">
            <a:solidFill>
              <a:schemeClr val="bg1"/>
            </a:solidFill>
          </a:endParaRPr>
        </a:p>
      </dgm:t>
    </dgm:pt>
    <dgm:pt modelId="{C7D41E80-C359-4F1A-BA24-0287BC8BCA0E}" type="parTrans" cxnId="{2C900E2B-03F6-4D91-B5D6-C6D01F7C7D46}">
      <dgm:prSet/>
      <dgm:spPr/>
      <dgm:t>
        <a:bodyPr/>
        <a:lstStyle/>
        <a:p>
          <a:endParaRPr lang="en-US"/>
        </a:p>
      </dgm:t>
    </dgm:pt>
    <dgm:pt modelId="{7F8CCA71-4F00-41AB-AA31-20E9AA24E98E}" type="sibTrans" cxnId="{2C900E2B-03F6-4D91-B5D6-C6D01F7C7D46}">
      <dgm:prSet/>
      <dgm:spPr/>
      <dgm:t>
        <a:bodyPr/>
        <a:lstStyle/>
        <a:p>
          <a:endParaRPr lang="en-US"/>
        </a:p>
      </dgm:t>
    </dgm:pt>
    <dgm:pt modelId="{E9711A99-C533-40B6-BF7D-6F3290679D74}" type="pres">
      <dgm:prSet presAssocID="{246EF1B2-7542-43A5-9EB8-CC6D5463ACDC}" presName="root" presStyleCnt="0">
        <dgm:presLayoutVars>
          <dgm:dir/>
          <dgm:resizeHandles val="exact"/>
        </dgm:presLayoutVars>
      </dgm:prSet>
      <dgm:spPr/>
    </dgm:pt>
    <dgm:pt modelId="{64379F45-78CE-48ED-B027-CF88CB6E6365}" type="pres">
      <dgm:prSet presAssocID="{972183D4-9F7C-4404-A20E-E9955989F126}" presName="compNode" presStyleCnt="0"/>
      <dgm:spPr/>
    </dgm:pt>
    <dgm:pt modelId="{5FC69E60-85D0-404E-8686-8A35B6B0A9E1}" type="pres">
      <dgm:prSet presAssocID="{972183D4-9F7C-4404-A20E-E9955989F12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CC0741D-60B8-4205-A740-B91F7F94542B}" type="pres">
      <dgm:prSet presAssocID="{972183D4-9F7C-4404-A20E-E9955989F126}" presName="spaceRect" presStyleCnt="0"/>
      <dgm:spPr/>
    </dgm:pt>
    <dgm:pt modelId="{FCAE6CC4-DCCD-4CF2-A44F-5B408A3C51B6}" type="pres">
      <dgm:prSet presAssocID="{972183D4-9F7C-4404-A20E-E9955989F126}" presName="textRect" presStyleLbl="revTx" presStyleIdx="0" presStyleCnt="4">
        <dgm:presLayoutVars>
          <dgm:chMax val="1"/>
          <dgm:chPref val="1"/>
        </dgm:presLayoutVars>
      </dgm:prSet>
      <dgm:spPr/>
    </dgm:pt>
    <dgm:pt modelId="{E0A52465-58A1-48EF-881A-0882A118E98D}" type="pres">
      <dgm:prSet presAssocID="{E9801884-3592-4538-86AC-8FD4F5E6D887}" presName="sibTrans" presStyleCnt="0"/>
      <dgm:spPr/>
    </dgm:pt>
    <dgm:pt modelId="{3E1EF909-2AED-48A8-9F02-32854E932064}" type="pres">
      <dgm:prSet presAssocID="{EDEFFE59-94BA-4237-BCAA-408D90D6454D}" presName="compNode" presStyleCnt="0"/>
      <dgm:spPr/>
    </dgm:pt>
    <dgm:pt modelId="{DED758D0-498B-42A0-A1BC-C477D5AEFB77}" type="pres">
      <dgm:prSet presAssocID="{EDEFFE59-94BA-4237-BCAA-408D90D6454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mmable"/>
        </a:ext>
      </dgm:extLst>
    </dgm:pt>
    <dgm:pt modelId="{A7773F70-BCB7-4B78-B1AE-23E81E89F00C}" type="pres">
      <dgm:prSet presAssocID="{EDEFFE59-94BA-4237-BCAA-408D90D6454D}" presName="spaceRect" presStyleCnt="0"/>
      <dgm:spPr/>
    </dgm:pt>
    <dgm:pt modelId="{7DD3B733-A981-46EE-A5AB-8CFCD2F20C24}" type="pres">
      <dgm:prSet presAssocID="{EDEFFE59-94BA-4237-BCAA-408D90D6454D}" presName="textRect" presStyleLbl="revTx" presStyleIdx="1" presStyleCnt="4">
        <dgm:presLayoutVars>
          <dgm:chMax val="1"/>
          <dgm:chPref val="1"/>
        </dgm:presLayoutVars>
      </dgm:prSet>
      <dgm:spPr/>
    </dgm:pt>
    <dgm:pt modelId="{575F1318-B277-4918-A51B-E45BBB030488}" type="pres">
      <dgm:prSet presAssocID="{9E351C61-0A06-4870-8EFF-DCFD36DFD29E}" presName="sibTrans" presStyleCnt="0"/>
      <dgm:spPr/>
    </dgm:pt>
    <dgm:pt modelId="{9206EAE0-0C68-4250-89D1-98402CEB230A}" type="pres">
      <dgm:prSet presAssocID="{02298E05-23D0-4126-ABE5-1DA02C7FD5B4}" presName="compNode" presStyleCnt="0"/>
      <dgm:spPr/>
    </dgm:pt>
    <dgm:pt modelId="{77D307E1-61BE-45AE-BD4F-C304C2FF6700}" type="pres">
      <dgm:prSet presAssocID="{02298E05-23D0-4126-ABE5-1DA02C7FD5B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te Ringer"/>
        </a:ext>
      </dgm:extLst>
    </dgm:pt>
    <dgm:pt modelId="{6A4AC63E-C270-48A2-B0DE-8384B1204815}" type="pres">
      <dgm:prSet presAssocID="{02298E05-23D0-4126-ABE5-1DA02C7FD5B4}" presName="spaceRect" presStyleCnt="0"/>
      <dgm:spPr/>
    </dgm:pt>
    <dgm:pt modelId="{878EC301-1EBD-43F1-9ECA-9F9F314B2BFA}" type="pres">
      <dgm:prSet presAssocID="{02298E05-23D0-4126-ABE5-1DA02C7FD5B4}" presName="textRect" presStyleLbl="revTx" presStyleIdx="2" presStyleCnt="4">
        <dgm:presLayoutVars>
          <dgm:chMax val="1"/>
          <dgm:chPref val="1"/>
        </dgm:presLayoutVars>
      </dgm:prSet>
      <dgm:spPr/>
    </dgm:pt>
    <dgm:pt modelId="{3CC5FB65-97B4-4668-A693-DFB14E8A7440}" type="pres">
      <dgm:prSet presAssocID="{08F6FB47-E409-4F01-B108-FEA24A79BB6D}" presName="sibTrans" presStyleCnt="0"/>
      <dgm:spPr/>
    </dgm:pt>
    <dgm:pt modelId="{6F96E46E-AC1C-459D-BC04-D5ACF3390A5D}" type="pres">
      <dgm:prSet presAssocID="{DD759520-3430-465C-95C2-C0C290450A14}" presName="compNode" presStyleCnt="0"/>
      <dgm:spPr/>
    </dgm:pt>
    <dgm:pt modelId="{96A85A6E-E9DA-4B34-B4ED-ADED675A8F77}" type="pres">
      <dgm:prSet presAssocID="{DD759520-3430-465C-95C2-C0C290450A1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2D5159D-3BEC-4D85-897A-6AC4950C0D7A}" type="pres">
      <dgm:prSet presAssocID="{DD759520-3430-465C-95C2-C0C290450A14}" presName="spaceRect" presStyleCnt="0"/>
      <dgm:spPr/>
    </dgm:pt>
    <dgm:pt modelId="{8226F6DE-C992-4C6F-BB59-BD42993299E7}" type="pres">
      <dgm:prSet presAssocID="{DD759520-3430-465C-95C2-C0C290450A1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A862122-A118-4AA4-B667-6D437969019B}" srcId="{246EF1B2-7542-43A5-9EB8-CC6D5463ACDC}" destId="{02298E05-23D0-4126-ABE5-1DA02C7FD5B4}" srcOrd="2" destOrd="0" parTransId="{62A11DE6-FC65-4E01-91E6-6678AC475177}" sibTransId="{08F6FB47-E409-4F01-B108-FEA24A79BB6D}"/>
    <dgm:cxn modelId="{2C900E2B-03F6-4D91-B5D6-C6D01F7C7D46}" srcId="{246EF1B2-7542-43A5-9EB8-CC6D5463ACDC}" destId="{DD759520-3430-465C-95C2-C0C290450A14}" srcOrd="3" destOrd="0" parTransId="{C7D41E80-C359-4F1A-BA24-0287BC8BCA0E}" sibTransId="{7F8CCA71-4F00-41AB-AA31-20E9AA24E98E}"/>
    <dgm:cxn modelId="{FEC8352C-7736-48D9-8957-203B1551E434}" type="presOf" srcId="{EDEFFE59-94BA-4237-BCAA-408D90D6454D}" destId="{7DD3B733-A981-46EE-A5AB-8CFCD2F20C24}" srcOrd="0" destOrd="0" presId="urn:microsoft.com/office/officeart/2018/2/layout/IconLabelList"/>
    <dgm:cxn modelId="{10870235-9F1B-4D19-A751-6181F9902C96}" type="presOf" srcId="{972183D4-9F7C-4404-A20E-E9955989F126}" destId="{FCAE6CC4-DCCD-4CF2-A44F-5B408A3C51B6}" srcOrd="0" destOrd="0" presId="urn:microsoft.com/office/officeart/2018/2/layout/IconLabelList"/>
    <dgm:cxn modelId="{E7C20C4B-E979-4599-89C9-8DC00218432A}" srcId="{246EF1B2-7542-43A5-9EB8-CC6D5463ACDC}" destId="{EDEFFE59-94BA-4237-BCAA-408D90D6454D}" srcOrd="1" destOrd="0" parTransId="{F72DB4B1-452C-4464-B4AB-7C4840B39B7F}" sibTransId="{9E351C61-0A06-4870-8EFF-DCFD36DFD29E}"/>
    <dgm:cxn modelId="{51FC9099-67E8-40C6-A0F0-E0F4A26A82D8}" srcId="{246EF1B2-7542-43A5-9EB8-CC6D5463ACDC}" destId="{972183D4-9F7C-4404-A20E-E9955989F126}" srcOrd="0" destOrd="0" parTransId="{A726D6E7-03D5-49C5-BC73-9159135727D7}" sibTransId="{E9801884-3592-4538-86AC-8FD4F5E6D887}"/>
    <dgm:cxn modelId="{7C60F49D-9EEE-4740-9B29-5B9DCED1328F}" type="presOf" srcId="{02298E05-23D0-4126-ABE5-1DA02C7FD5B4}" destId="{878EC301-1EBD-43F1-9ECA-9F9F314B2BFA}" srcOrd="0" destOrd="0" presId="urn:microsoft.com/office/officeart/2018/2/layout/IconLabelList"/>
    <dgm:cxn modelId="{7F9375BC-A31D-4405-9F54-D64118B1F846}" type="presOf" srcId="{DD759520-3430-465C-95C2-C0C290450A14}" destId="{8226F6DE-C992-4C6F-BB59-BD42993299E7}" srcOrd="0" destOrd="0" presId="urn:microsoft.com/office/officeart/2018/2/layout/IconLabelList"/>
    <dgm:cxn modelId="{72DBDFE3-F407-458E-A648-B742A85C40A3}" type="presOf" srcId="{246EF1B2-7542-43A5-9EB8-CC6D5463ACDC}" destId="{E9711A99-C533-40B6-BF7D-6F3290679D74}" srcOrd="0" destOrd="0" presId="urn:microsoft.com/office/officeart/2018/2/layout/IconLabelList"/>
    <dgm:cxn modelId="{03F86C5C-4EBC-4AB2-BA33-1E7D877A397C}" type="presParOf" srcId="{E9711A99-C533-40B6-BF7D-6F3290679D74}" destId="{64379F45-78CE-48ED-B027-CF88CB6E6365}" srcOrd="0" destOrd="0" presId="urn:microsoft.com/office/officeart/2018/2/layout/IconLabelList"/>
    <dgm:cxn modelId="{C1528E15-68AF-4CF9-B96E-439E049DCFB0}" type="presParOf" srcId="{64379F45-78CE-48ED-B027-CF88CB6E6365}" destId="{5FC69E60-85D0-404E-8686-8A35B6B0A9E1}" srcOrd="0" destOrd="0" presId="urn:microsoft.com/office/officeart/2018/2/layout/IconLabelList"/>
    <dgm:cxn modelId="{AB488106-CD25-40DA-8FEF-6D2C82B3EECC}" type="presParOf" srcId="{64379F45-78CE-48ED-B027-CF88CB6E6365}" destId="{8CC0741D-60B8-4205-A740-B91F7F94542B}" srcOrd="1" destOrd="0" presId="urn:microsoft.com/office/officeart/2018/2/layout/IconLabelList"/>
    <dgm:cxn modelId="{326BAF47-B2AA-4013-B9D0-41189CF38CA1}" type="presParOf" srcId="{64379F45-78CE-48ED-B027-CF88CB6E6365}" destId="{FCAE6CC4-DCCD-4CF2-A44F-5B408A3C51B6}" srcOrd="2" destOrd="0" presId="urn:microsoft.com/office/officeart/2018/2/layout/IconLabelList"/>
    <dgm:cxn modelId="{4B40539C-A2DC-4C92-9DAE-09421FF4247D}" type="presParOf" srcId="{E9711A99-C533-40B6-BF7D-6F3290679D74}" destId="{E0A52465-58A1-48EF-881A-0882A118E98D}" srcOrd="1" destOrd="0" presId="urn:microsoft.com/office/officeart/2018/2/layout/IconLabelList"/>
    <dgm:cxn modelId="{AD3D5DD7-A19C-4895-A144-BD9533BBDDC6}" type="presParOf" srcId="{E9711A99-C533-40B6-BF7D-6F3290679D74}" destId="{3E1EF909-2AED-48A8-9F02-32854E932064}" srcOrd="2" destOrd="0" presId="urn:microsoft.com/office/officeart/2018/2/layout/IconLabelList"/>
    <dgm:cxn modelId="{A109B84C-E17E-411E-A597-F85AB1F20FC4}" type="presParOf" srcId="{3E1EF909-2AED-48A8-9F02-32854E932064}" destId="{DED758D0-498B-42A0-A1BC-C477D5AEFB77}" srcOrd="0" destOrd="0" presId="urn:microsoft.com/office/officeart/2018/2/layout/IconLabelList"/>
    <dgm:cxn modelId="{3B55E953-3C65-4100-B7A1-60FD9CC40446}" type="presParOf" srcId="{3E1EF909-2AED-48A8-9F02-32854E932064}" destId="{A7773F70-BCB7-4B78-B1AE-23E81E89F00C}" srcOrd="1" destOrd="0" presId="urn:microsoft.com/office/officeart/2018/2/layout/IconLabelList"/>
    <dgm:cxn modelId="{C71DBDC8-1D43-48D2-BF56-A69C5022CA00}" type="presParOf" srcId="{3E1EF909-2AED-48A8-9F02-32854E932064}" destId="{7DD3B733-A981-46EE-A5AB-8CFCD2F20C24}" srcOrd="2" destOrd="0" presId="urn:microsoft.com/office/officeart/2018/2/layout/IconLabelList"/>
    <dgm:cxn modelId="{5AD06347-06C1-4F01-8F0C-B900ABCAC1BC}" type="presParOf" srcId="{E9711A99-C533-40B6-BF7D-6F3290679D74}" destId="{575F1318-B277-4918-A51B-E45BBB030488}" srcOrd="3" destOrd="0" presId="urn:microsoft.com/office/officeart/2018/2/layout/IconLabelList"/>
    <dgm:cxn modelId="{FF774DDD-B8A8-4D14-A2BA-9CA24058FB7B}" type="presParOf" srcId="{E9711A99-C533-40B6-BF7D-6F3290679D74}" destId="{9206EAE0-0C68-4250-89D1-98402CEB230A}" srcOrd="4" destOrd="0" presId="urn:microsoft.com/office/officeart/2018/2/layout/IconLabelList"/>
    <dgm:cxn modelId="{8136BED3-B285-42F5-BE1E-4D9EFE9FE9B4}" type="presParOf" srcId="{9206EAE0-0C68-4250-89D1-98402CEB230A}" destId="{77D307E1-61BE-45AE-BD4F-C304C2FF6700}" srcOrd="0" destOrd="0" presId="urn:microsoft.com/office/officeart/2018/2/layout/IconLabelList"/>
    <dgm:cxn modelId="{73CD266F-D267-4435-BCD8-E74EA8D815DE}" type="presParOf" srcId="{9206EAE0-0C68-4250-89D1-98402CEB230A}" destId="{6A4AC63E-C270-48A2-B0DE-8384B1204815}" srcOrd="1" destOrd="0" presId="urn:microsoft.com/office/officeart/2018/2/layout/IconLabelList"/>
    <dgm:cxn modelId="{2D7CBD13-D5AF-498C-95C1-972B4D4B4BA3}" type="presParOf" srcId="{9206EAE0-0C68-4250-89D1-98402CEB230A}" destId="{878EC301-1EBD-43F1-9ECA-9F9F314B2BFA}" srcOrd="2" destOrd="0" presId="urn:microsoft.com/office/officeart/2018/2/layout/IconLabelList"/>
    <dgm:cxn modelId="{85C23E22-9276-4E93-8D6A-018EB9345B99}" type="presParOf" srcId="{E9711A99-C533-40B6-BF7D-6F3290679D74}" destId="{3CC5FB65-97B4-4668-A693-DFB14E8A7440}" srcOrd="5" destOrd="0" presId="urn:microsoft.com/office/officeart/2018/2/layout/IconLabelList"/>
    <dgm:cxn modelId="{E9BAB66C-716A-42E4-910F-63F0CB5A23D1}" type="presParOf" srcId="{E9711A99-C533-40B6-BF7D-6F3290679D74}" destId="{6F96E46E-AC1C-459D-BC04-D5ACF3390A5D}" srcOrd="6" destOrd="0" presId="urn:microsoft.com/office/officeart/2018/2/layout/IconLabelList"/>
    <dgm:cxn modelId="{45EEF8A3-AD0F-418F-AB5A-2A1320197872}" type="presParOf" srcId="{6F96E46E-AC1C-459D-BC04-D5ACF3390A5D}" destId="{96A85A6E-E9DA-4B34-B4ED-ADED675A8F77}" srcOrd="0" destOrd="0" presId="urn:microsoft.com/office/officeart/2018/2/layout/IconLabelList"/>
    <dgm:cxn modelId="{7E3D66A1-5345-41DC-B91B-086CD59D3A91}" type="presParOf" srcId="{6F96E46E-AC1C-459D-BC04-D5ACF3390A5D}" destId="{62D5159D-3BEC-4D85-897A-6AC4950C0D7A}" srcOrd="1" destOrd="0" presId="urn:microsoft.com/office/officeart/2018/2/layout/IconLabelList"/>
    <dgm:cxn modelId="{4E2F2BBC-7A2B-42CA-8EF7-FB5AF6767590}" type="presParOf" srcId="{6F96E46E-AC1C-459D-BC04-D5ACF3390A5D}" destId="{8226F6DE-C992-4C6F-BB59-BD42993299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43A1AD-49F8-4A13-880B-16F2766A545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7B70772-16EF-4793-917E-EBD4C1B1B5E5}">
      <dgm:prSet/>
      <dgm:spPr/>
      <dgm:t>
        <a:bodyPr/>
        <a:lstStyle/>
        <a:p>
          <a:r>
            <a:rPr lang="en-US"/>
            <a:t>Real-time sensor data analysis with ML</a:t>
          </a:r>
        </a:p>
      </dgm:t>
    </dgm:pt>
    <dgm:pt modelId="{885E9AAD-DA26-47C5-8C82-FA58C4E372CD}" type="parTrans" cxnId="{6E562B25-3974-4133-AE15-486414CE99FB}">
      <dgm:prSet/>
      <dgm:spPr/>
      <dgm:t>
        <a:bodyPr/>
        <a:lstStyle/>
        <a:p>
          <a:endParaRPr lang="en-US"/>
        </a:p>
      </dgm:t>
    </dgm:pt>
    <dgm:pt modelId="{4F4BA092-DD4A-47BD-A607-34B102BADE5B}" type="sibTrans" cxnId="{6E562B25-3974-4133-AE15-486414CE99FB}">
      <dgm:prSet/>
      <dgm:spPr/>
      <dgm:t>
        <a:bodyPr/>
        <a:lstStyle/>
        <a:p>
          <a:endParaRPr lang="en-US"/>
        </a:p>
      </dgm:t>
    </dgm:pt>
    <dgm:pt modelId="{E878DD15-FFAD-4F39-A625-D22044C7E83D}">
      <dgm:prSet/>
      <dgm:spPr/>
      <dgm:t>
        <a:bodyPr/>
        <a:lstStyle/>
        <a:p>
          <a:r>
            <a:rPr lang="en-US"/>
            <a:t>Trained on 10,000 industrial data points</a:t>
          </a:r>
        </a:p>
      </dgm:t>
    </dgm:pt>
    <dgm:pt modelId="{DD2D7355-F95F-4186-91E2-FDD4474752A9}" type="parTrans" cxnId="{C4911DC7-69C9-402E-9C92-AAEAC5414FEA}">
      <dgm:prSet/>
      <dgm:spPr/>
      <dgm:t>
        <a:bodyPr/>
        <a:lstStyle/>
        <a:p>
          <a:endParaRPr lang="en-US"/>
        </a:p>
      </dgm:t>
    </dgm:pt>
    <dgm:pt modelId="{6DC206E7-5ED7-45BE-9B19-C6EECD9AFC4E}" type="sibTrans" cxnId="{C4911DC7-69C9-402E-9C92-AAEAC5414FEA}">
      <dgm:prSet/>
      <dgm:spPr/>
      <dgm:t>
        <a:bodyPr/>
        <a:lstStyle/>
        <a:p>
          <a:endParaRPr lang="en-US"/>
        </a:p>
      </dgm:t>
    </dgm:pt>
    <dgm:pt modelId="{27BCBF4E-FAA3-4400-95EB-AF7B81A4A98E}">
      <dgm:prSet/>
      <dgm:spPr/>
      <dgm:t>
        <a:bodyPr/>
        <a:lstStyle/>
        <a:p>
          <a:r>
            <a:rPr lang="en-US"/>
            <a:t>97% failure prediction accuracy</a:t>
          </a:r>
        </a:p>
      </dgm:t>
    </dgm:pt>
    <dgm:pt modelId="{D5607AD2-61E5-4533-AA19-E6BE7FD5C56B}" type="parTrans" cxnId="{D04140B7-778C-4611-857D-DEED8E318AED}">
      <dgm:prSet/>
      <dgm:spPr/>
      <dgm:t>
        <a:bodyPr/>
        <a:lstStyle/>
        <a:p>
          <a:endParaRPr lang="en-US"/>
        </a:p>
      </dgm:t>
    </dgm:pt>
    <dgm:pt modelId="{DB26A493-48AB-4644-AD56-B8891B738DF7}" type="sibTrans" cxnId="{D04140B7-778C-4611-857D-DEED8E318AED}">
      <dgm:prSet/>
      <dgm:spPr/>
      <dgm:t>
        <a:bodyPr/>
        <a:lstStyle/>
        <a:p>
          <a:endParaRPr lang="en-US"/>
        </a:p>
      </dgm:t>
    </dgm:pt>
    <dgm:pt modelId="{C30B4DC4-E14A-4AA9-8D35-8E773D7264EE}">
      <dgm:prSet/>
      <dgm:spPr/>
      <dgm:t>
        <a:bodyPr/>
        <a:lstStyle/>
        <a:p>
          <a:r>
            <a:rPr lang="en-US"/>
            <a:t>Simple dashboard for operators</a:t>
          </a:r>
        </a:p>
      </dgm:t>
    </dgm:pt>
    <dgm:pt modelId="{A730369F-54BE-47A7-BE9E-77C59106EB1B}" type="parTrans" cxnId="{2E6E0E23-57F7-40AE-8535-0F97A51E8A73}">
      <dgm:prSet/>
      <dgm:spPr/>
      <dgm:t>
        <a:bodyPr/>
        <a:lstStyle/>
        <a:p>
          <a:endParaRPr lang="en-US"/>
        </a:p>
      </dgm:t>
    </dgm:pt>
    <dgm:pt modelId="{D52D3373-7C30-4A67-B0B6-F80FD9761A54}" type="sibTrans" cxnId="{2E6E0E23-57F7-40AE-8535-0F97A51E8A73}">
      <dgm:prSet/>
      <dgm:spPr/>
      <dgm:t>
        <a:bodyPr/>
        <a:lstStyle/>
        <a:p>
          <a:endParaRPr lang="en-US"/>
        </a:p>
      </dgm:t>
    </dgm:pt>
    <dgm:pt modelId="{0F9CB52E-1EB3-4EB8-93A7-F84FAE76DD24}">
      <dgm:prSet/>
      <dgm:spPr/>
      <dgm:t>
        <a:bodyPr/>
        <a:lstStyle/>
        <a:p>
          <a:r>
            <a:rPr lang="en-US"/>
            <a:t>Clear risk levels: Low / Medium / High</a:t>
          </a:r>
        </a:p>
      </dgm:t>
    </dgm:pt>
    <dgm:pt modelId="{DD07EF2B-AE23-4896-A0CB-F3ADB5147DAA}" type="parTrans" cxnId="{330F6FE8-763A-487C-A5A0-7DF75CB8A6DC}">
      <dgm:prSet/>
      <dgm:spPr/>
      <dgm:t>
        <a:bodyPr/>
        <a:lstStyle/>
        <a:p>
          <a:endParaRPr lang="en-US"/>
        </a:p>
      </dgm:t>
    </dgm:pt>
    <dgm:pt modelId="{8BF602E9-30BE-4239-9D8B-FD33ADDB24E2}" type="sibTrans" cxnId="{330F6FE8-763A-487C-A5A0-7DF75CB8A6DC}">
      <dgm:prSet/>
      <dgm:spPr/>
      <dgm:t>
        <a:bodyPr/>
        <a:lstStyle/>
        <a:p>
          <a:endParaRPr lang="en-US"/>
        </a:p>
      </dgm:t>
    </dgm:pt>
    <dgm:pt modelId="{96F63FA5-167A-4C8F-9315-90C1649E7BB3}" type="pres">
      <dgm:prSet presAssocID="{7C43A1AD-49F8-4A13-880B-16F2766A5455}" presName="root" presStyleCnt="0">
        <dgm:presLayoutVars>
          <dgm:dir/>
          <dgm:resizeHandles val="exact"/>
        </dgm:presLayoutVars>
      </dgm:prSet>
      <dgm:spPr/>
    </dgm:pt>
    <dgm:pt modelId="{7F9290CC-2395-4D26-A30F-0161D456A2C7}" type="pres">
      <dgm:prSet presAssocID="{7C43A1AD-49F8-4A13-880B-16F2766A5455}" presName="container" presStyleCnt="0">
        <dgm:presLayoutVars>
          <dgm:dir/>
          <dgm:resizeHandles val="exact"/>
        </dgm:presLayoutVars>
      </dgm:prSet>
      <dgm:spPr/>
    </dgm:pt>
    <dgm:pt modelId="{CE51A784-40AF-4196-8559-8490F7CA48A3}" type="pres">
      <dgm:prSet presAssocID="{E7B70772-16EF-4793-917E-EBD4C1B1B5E5}" presName="compNode" presStyleCnt="0"/>
      <dgm:spPr/>
    </dgm:pt>
    <dgm:pt modelId="{FA0D7B24-837F-4390-944C-16CA73247F03}" type="pres">
      <dgm:prSet presAssocID="{E7B70772-16EF-4793-917E-EBD4C1B1B5E5}" presName="iconBgRect" presStyleLbl="bgShp" presStyleIdx="0" presStyleCnt="5"/>
      <dgm:spPr/>
    </dgm:pt>
    <dgm:pt modelId="{5037AFA2-9AB9-47A9-A5C3-2F202792A622}" type="pres">
      <dgm:prSet presAssocID="{E7B70772-16EF-4793-917E-EBD4C1B1B5E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4BE19F2-1508-4804-9916-06028AA053A3}" type="pres">
      <dgm:prSet presAssocID="{E7B70772-16EF-4793-917E-EBD4C1B1B5E5}" presName="spaceRect" presStyleCnt="0"/>
      <dgm:spPr/>
    </dgm:pt>
    <dgm:pt modelId="{EE44F6B1-0731-4A50-8FA5-9AA3106BC3BB}" type="pres">
      <dgm:prSet presAssocID="{E7B70772-16EF-4793-917E-EBD4C1B1B5E5}" presName="textRect" presStyleLbl="revTx" presStyleIdx="0" presStyleCnt="5">
        <dgm:presLayoutVars>
          <dgm:chMax val="1"/>
          <dgm:chPref val="1"/>
        </dgm:presLayoutVars>
      </dgm:prSet>
      <dgm:spPr/>
    </dgm:pt>
    <dgm:pt modelId="{6503E9D1-8B19-465A-ACC5-38C32AF9945D}" type="pres">
      <dgm:prSet presAssocID="{4F4BA092-DD4A-47BD-A607-34B102BADE5B}" presName="sibTrans" presStyleLbl="sibTrans2D1" presStyleIdx="0" presStyleCnt="0"/>
      <dgm:spPr/>
    </dgm:pt>
    <dgm:pt modelId="{B5B3E470-D273-4C53-A426-A9D084E32392}" type="pres">
      <dgm:prSet presAssocID="{E878DD15-FFAD-4F39-A625-D22044C7E83D}" presName="compNode" presStyleCnt="0"/>
      <dgm:spPr/>
    </dgm:pt>
    <dgm:pt modelId="{1189F32B-150E-45C9-B1B1-611A6F0885D1}" type="pres">
      <dgm:prSet presAssocID="{E878DD15-FFAD-4F39-A625-D22044C7E83D}" presName="iconBgRect" presStyleLbl="bgShp" presStyleIdx="1" presStyleCnt="5"/>
      <dgm:spPr/>
    </dgm:pt>
    <dgm:pt modelId="{C92DD589-8573-4864-9CC3-62209A423F00}" type="pres">
      <dgm:prSet presAssocID="{E878DD15-FFAD-4F39-A625-D22044C7E83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D8292D7-CFF0-48B7-B3EE-4463548C80F5}" type="pres">
      <dgm:prSet presAssocID="{E878DD15-FFAD-4F39-A625-D22044C7E83D}" presName="spaceRect" presStyleCnt="0"/>
      <dgm:spPr/>
    </dgm:pt>
    <dgm:pt modelId="{458721ED-70D3-4683-8EC4-D198F06F14A3}" type="pres">
      <dgm:prSet presAssocID="{E878DD15-FFAD-4F39-A625-D22044C7E83D}" presName="textRect" presStyleLbl="revTx" presStyleIdx="1" presStyleCnt="5">
        <dgm:presLayoutVars>
          <dgm:chMax val="1"/>
          <dgm:chPref val="1"/>
        </dgm:presLayoutVars>
      </dgm:prSet>
      <dgm:spPr/>
    </dgm:pt>
    <dgm:pt modelId="{D8082139-705B-4DEA-A94C-7A3CF1EAEEBB}" type="pres">
      <dgm:prSet presAssocID="{6DC206E7-5ED7-45BE-9B19-C6EECD9AFC4E}" presName="sibTrans" presStyleLbl="sibTrans2D1" presStyleIdx="0" presStyleCnt="0"/>
      <dgm:spPr/>
    </dgm:pt>
    <dgm:pt modelId="{5951464D-9ADA-43EC-8183-EAA22A6BDD2D}" type="pres">
      <dgm:prSet presAssocID="{27BCBF4E-FAA3-4400-95EB-AF7B81A4A98E}" presName="compNode" presStyleCnt="0"/>
      <dgm:spPr/>
    </dgm:pt>
    <dgm:pt modelId="{6B8486F8-C5B9-4F9D-8F41-2E8B9E8DBEE8}" type="pres">
      <dgm:prSet presAssocID="{27BCBF4E-FAA3-4400-95EB-AF7B81A4A98E}" presName="iconBgRect" presStyleLbl="bgShp" presStyleIdx="2" presStyleCnt="5"/>
      <dgm:spPr/>
    </dgm:pt>
    <dgm:pt modelId="{1626B1CF-98BE-4F08-A244-9F1421A23128}" type="pres">
      <dgm:prSet presAssocID="{27BCBF4E-FAA3-4400-95EB-AF7B81A4A98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2BC1799-01E8-4A03-A1C9-EF2E864A69AA}" type="pres">
      <dgm:prSet presAssocID="{27BCBF4E-FAA3-4400-95EB-AF7B81A4A98E}" presName="spaceRect" presStyleCnt="0"/>
      <dgm:spPr/>
    </dgm:pt>
    <dgm:pt modelId="{E693934D-7571-4151-84D8-5607F1CFC18E}" type="pres">
      <dgm:prSet presAssocID="{27BCBF4E-FAA3-4400-95EB-AF7B81A4A98E}" presName="textRect" presStyleLbl="revTx" presStyleIdx="2" presStyleCnt="5">
        <dgm:presLayoutVars>
          <dgm:chMax val="1"/>
          <dgm:chPref val="1"/>
        </dgm:presLayoutVars>
      </dgm:prSet>
      <dgm:spPr/>
    </dgm:pt>
    <dgm:pt modelId="{D1A9CF5A-0EC8-4E67-B44E-7D882E0C15F0}" type="pres">
      <dgm:prSet presAssocID="{DB26A493-48AB-4644-AD56-B8891B738DF7}" presName="sibTrans" presStyleLbl="sibTrans2D1" presStyleIdx="0" presStyleCnt="0"/>
      <dgm:spPr/>
    </dgm:pt>
    <dgm:pt modelId="{FCB72A66-F01A-46F3-83D0-9D4F964D3FAA}" type="pres">
      <dgm:prSet presAssocID="{C30B4DC4-E14A-4AA9-8D35-8E773D7264EE}" presName="compNode" presStyleCnt="0"/>
      <dgm:spPr/>
    </dgm:pt>
    <dgm:pt modelId="{474ACB47-F484-49D6-93A3-58589AB62067}" type="pres">
      <dgm:prSet presAssocID="{C30B4DC4-E14A-4AA9-8D35-8E773D7264EE}" presName="iconBgRect" presStyleLbl="bgShp" presStyleIdx="3" presStyleCnt="5"/>
      <dgm:spPr/>
    </dgm:pt>
    <dgm:pt modelId="{C0C20CF4-CFF3-432E-AA54-EE268811C711}" type="pres">
      <dgm:prSet presAssocID="{C30B4DC4-E14A-4AA9-8D35-8E773D7264E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89F25B0-47C8-4FF8-B3C2-62F6A759E316}" type="pres">
      <dgm:prSet presAssocID="{C30B4DC4-E14A-4AA9-8D35-8E773D7264EE}" presName="spaceRect" presStyleCnt="0"/>
      <dgm:spPr/>
    </dgm:pt>
    <dgm:pt modelId="{AFCEEC99-DFCC-4E5B-970B-EAAA748C6A81}" type="pres">
      <dgm:prSet presAssocID="{C30B4DC4-E14A-4AA9-8D35-8E773D7264EE}" presName="textRect" presStyleLbl="revTx" presStyleIdx="3" presStyleCnt="5">
        <dgm:presLayoutVars>
          <dgm:chMax val="1"/>
          <dgm:chPref val="1"/>
        </dgm:presLayoutVars>
      </dgm:prSet>
      <dgm:spPr/>
    </dgm:pt>
    <dgm:pt modelId="{99D17FE6-427A-46D3-8348-BB912CC78D22}" type="pres">
      <dgm:prSet presAssocID="{D52D3373-7C30-4A67-B0B6-F80FD9761A54}" presName="sibTrans" presStyleLbl="sibTrans2D1" presStyleIdx="0" presStyleCnt="0"/>
      <dgm:spPr/>
    </dgm:pt>
    <dgm:pt modelId="{5F3965F6-D4B8-46D4-8E33-847DF26EF824}" type="pres">
      <dgm:prSet presAssocID="{0F9CB52E-1EB3-4EB8-93A7-F84FAE76DD24}" presName="compNode" presStyleCnt="0"/>
      <dgm:spPr/>
    </dgm:pt>
    <dgm:pt modelId="{41F92A46-F4FC-43D1-A3D1-B7A4EF90E92B}" type="pres">
      <dgm:prSet presAssocID="{0F9CB52E-1EB3-4EB8-93A7-F84FAE76DD24}" presName="iconBgRect" presStyleLbl="bgShp" presStyleIdx="4" presStyleCnt="5"/>
      <dgm:spPr/>
    </dgm:pt>
    <dgm:pt modelId="{46072BF5-83D8-4B50-A36E-8C8BB8E4CB0C}" type="pres">
      <dgm:prSet presAssocID="{0F9CB52E-1EB3-4EB8-93A7-F84FAE76DD2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97A00320-AA13-44C6-B50E-9672D3D610F6}" type="pres">
      <dgm:prSet presAssocID="{0F9CB52E-1EB3-4EB8-93A7-F84FAE76DD24}" presName="spaceRect" presStyleCnt="0"/>
      <dgm:spPr/>
    </dgm:pt>
    <dgm:pt modelId="{3076705F-D0CD-4EB6-A99E-D8BF533BC469}" type="pres">
      <dgm:prSet presAssocID="{0F9CB52E-1EB3-4EB8-93A7-F84FAE76DD2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E6E0E23-57F7-40AE-8535-0F97A51E8A73}" srcId="{7C43A1AD-49F8-4A13-880B-16F2766A5455}" destId="{C30B4DC4-E14A-4AA9-8D35-8E773D7264EE}" srcOrd="3" destOrd="0" parTransId="{A730369F-54BE-47A7-BE9E-77C59106EB1B}" sibTransId="{D52D3373-7C30-4A67-B0B6-F80FD9761A54}"/>
    <dgm:cxn modelId="{6E562B25-3974-4133-AE15-486414CE99FB}" srcId="{7C43A1AD-49F8-4A13-880B-16F2766A5455}" destId="{E7B70772-16EF-4793-917E-EBD4C1B1B5E5}" srcOrd="0" destOrd="0" parTransId="{885E9AAD-DA26-47C5-8C82-FA58C4E372CD}" sibTransId="{4F4BA092-DD4A-47BD-A607-34B102BADE5B}"/>
    <dgm:cxn modelId="{BD09F527-1E51-40E3-A1F0-3E7EB6BE9CC4}" type="presOf" srcId="{7C43A1AD-49F8-4A13-880B-16F2766A5455}" destId="{96F63FA5-167A-4C8F-9315-90C1649E7BB3}" srcOrd="0" destOrd="0" presId="urn:microsoft.com/office/officeart/2018/2/layout/IconCircleList"/>
    <dgm:cxn modelId="{B96B7D41-3E7A-4653-B872-8A678ED50410}" type="presOf" srcId="{E878DD15-FFAD-4F39-A625-D22044C7E83D}" destId="{458721ED-70D3-4683-8EC4-D198F06F14A3}" srcOrd="0" destOrd="0" presId="urn:microsoft.com/office/officeart/2018/2/layout/IconCircleList"/>
    <dgm:cxn modelId="{38C08568-66A9-4F9D-B2A2-5C3E37033761}" type="presOf" srcId="{C30B4DC4-E14A-4AA9-8D35-8E773D7264EE}" destId="{AFCEEC99-DFCC-4E5B-970B-EAAA748C6A81}" srcOrd="0" destOrd="0" presId="urn:microsoft.com/office/officeart/2018/2/layout/IconCircleList"/>
    <dgm:cxn modelId="{EB08886F-D869-42D1-B697-28895F00CF55}" type="presOf" srcId="{0F9CB52E-1EB3-4EB8-93A7-F84FAE76DD24}" destId="{3076705F-D0CD-4EB6-A99E-D8BF533BC469}" srcOrd="0" destOrd="0" presId="urn:microsoft.com/office/officeart/2018/2/layout/IconCircleList"/>
    <dgm:cxn modelId="{FF60BC98-833C-4D10-8F90-BB591B1C2D98}" type="presOf" srcId="{4F4BA092-DD4A-47BD-A607-34B102BADE5B}" destId="{6503E9D1-8B19-465A-ACC5-38C32AF9945D}" srcOrd="0" destOrd="0" presId="urn:microsoft.com/office/officeart/2018/2/layout/IconCircleList"/>
    <dgm:cxn modelId="{D04140B7-778C-4611-857D-DEED8E318AED}" srcId="{7C43A1AD-49F8-4A13-880B-16F2766A5455}" destId="{27BCBF4E-FAA3-4400-95EB-AF7B81A4A98E}" srcOrd="2" destOrd="0" parTransId="{D5607AD2-61E5-4533-AA19-E6BE7FD5C56B}" sibTransId="{DB26A493-48AB-4644-AD56-B8891B738DF7}"/>
    <dgm:cxn modelId="{05BC6FBA-823F-43FE-9F94-7488B4A7111D}" type="presOf" srcId="{6DC206E7-5ED7-45BE-9B19-C6EECD9AFC4E}" destId="{D8082139-705B-4DEA-A94C-7A3CF1EAEEBB}" srcOrd="0" destOrd="0" presId="urn:microsoft.com/office/officeart/2018/2/layout/IconCircleList"/>
    <dgm:cxn modelId="{C4911DC7-69C9-402E-9C92-AAEAC5414FEA}" srcId="{7C43A1AD-49F8-4A13-880B-16F2766A5455}" destId="{E878DD15-FFAD-4F39-A625-D22044C7E83D}" srcOrd="1" destOrd="0" parTransId="{DD2D7355-F95F-4186-91E2-FDD4474752A9}" sibTransId="{6DC206E7-5ED7-45BE-9B19-C6EECD9AFC4E}"/>
    <dgm:cxn modelId="{C51490E3-26CE-40A4-9E99-57A21D0F7860}" type="presOf" srcId="{27BCBF4E-FAA3-4400-95EB-AF7B81A4A98E}" destId="{E693934D-7571-4151-84D8-5607F1CFC18E}" srcOrd="0" destOrd="0" presId="urn:microsoft.com/office/officeart/2018/2/layout/IconCircleList"/>
    <dgm:cxn modelId="{DD3F29E7-EF51-42DB-85A3-ABD848802CD2}" type="presOf" srcId="{D52D3373-7C30-4A67-B0B6-F80FD9761A54}" destId="{99D17FE6-427A-46D3-8348-BB912CC78D22}" srcOrd="0" destOrd="0" presId="urn:microsoft.com/office/officeart/2018/2/layout/IconCircleList"/>
    <dgm:cxn modelId="{330F6FE8-763A-487C-A5A0-7DF75CB8A6DC}" srcId="{7C43A1AD-49F8-4A13-880B-16F2766A5455}" destId="{0F9CB52E-1EB3-4EB8-93A7-F84FAE76DD24}" srcOrd="4" destOrd="0" parTransId="{DD07EF2B-AE23-4896-A0CB-F3ADB5147DAA}" sibTransId="{8BF602E9-30BE-4239-9D8B-FD33ADDB24E2}"/>
    <dgm:cxn modelId="{D6FD95EB-C67B-43C7-B4AF-69689D226646}" type="presOf" srcId="{E7B70772-16EF-4793-917E-EBD4C1B1B5E5}" destId="{EE44F6B1-0731-4A50-8FA5-9AA3106BC3BB}" srcOrd="0" destOrd="0" presId="urn:microsoft.com/office/officeart/2018/2/layout/IconCircleList"/>
    <dgm:cxn modelId="{7CF39EF1-127F-40EE-A336-A852280BBFE3}" type="presOf" srcId="{DB26A493-48AB-4644-AD56-B8891B738DF7}" destId="{D1A9CF5A-0EC8-4E67-B44E-7D882E0C15F0}" srcOrd="0" destOrd="0" presId="urn:microsoft.com/office/officeart/2018/2/layout/IconCircleList"/>
    <dgm:cxn modelId="{FD7E63E4-6AD3-4DBD-8E34-37BEC8511F27}" type="presParOf" srcId="{96F63FA5-167A-4C8F-9315-90C1649E7BB3}" destId="{7F9290CC-2395-4D26-A30F-0161D456A2C7}" srcOrd="0" destOrd="0" presId="urn:microsoft.com/office/officeart/2018/2/layout/IconCircleList"/>
    <dgm:cxn modelId="{BC7D58E1-A5D6-4ABA-A539-518DA2ECBF7A}" type="presParOf" srcId="{7F9290CC-2395-4D26-A30F-0161D456A2C7}" destId="{CE51A784-40AF-4196-8559-8490F7CA48A3}" srcOrd="0" destOrd="0" presId="urn:microsoft.com/office/officeart/2018/2/layout/IconCircleList"/>
    <dgm:cxn modelId="{985480C2-5DAF-4245-9F02-7A8380ABD619}" type="presParOf" srcId="{CE51A784-40AF-4196-8559-8490F7CA48A3}" destId="{FA0D7B24-837F-4390-944C-16CA73247F03}" srcOrd="0" destOrd="0" presId="urn:microsoft.com/office/officeart/2018/2/layout/IconCircleList"/>
    <dgm:cxn modelId="{51FB2B66-F914-4373-8BDB-4AFB57E9A38E}" type="presParOf" srcId="{CE51A784-40AF-4196-8559-8490F7CA48A3}" destId="{5037AFA2-9AB9-47A9-A5C3-2F202792A622}" srcOrd="1" destOrd="0" presId="urn:microsoft.com/office/officeart/2018/2/layout/IconCircleList"/>
    <dgm:cxn modelId="{A052B566-0AC1-45F9-A80E-B891B170AAF8}" type="presParOf" srcId="{CE51A784-40AF-4196-8559-8490F7CA48A3}" destId="{A4BE19F2-1508-4804-9916-06028AA053A3}" srcOrd="2" destOrd="0" presId="urn:microsoft.com/office/officeart/2018/2/layout/IconCircleList"/>
    <dgm:cxn modelId="{C561AF69-7186-460A-A3B9-2193EEB4E3F3}" type="presParOf" srcId="{CE51A784-40AF-4196-8559-8490F7CA48A3}" destId="{EE44F6B1-0731-4A50-8FA5-9AA3106BC3BB}" srcOrd="3" destOrd="0" presId="urn:microsoft.com/office/officeart/2018/2/layout/IconCircleList"/>
    <dgm:cxn modelId="{82B90EA1-2308-49E7-AD25-43BBB3A096ED}" type="presParOf" srcId="{7F9290CC-2395-4D26-A30F-0161D456A2C7}" destId="{6503E9D1-8B19-465A-ACC5-38C32AF9945D}" srcOrd="1" destOrd="0" presId="urn:microsoft.com/office/officeart/2018/2/layout/IconCircleList"/>
    <dgm:cxn modelId="{B4B0A4A8-41F8-4E26-95E9-6CA9640EA982}" type="presParOf" srcId="{7F9290CC-2395-4D26-A30F-0161D456A2C7}" destId="{B5B3E470-D273-4C53-A426-A9D084E32392}" srcOrd="2" destOrd="0" presId="urn:microsoft.com/office/officeart/2018/2/layout/IconCircleList"/>
    <dgm:cxn modelId="{A9DD468C-9B45-4061-97C6-91FED8FEC416}" type="presParOf" srcId="{B5B3E470-D273-4C53-A426-A9D084E32392}" destId="{1189F32B-150E-45C9-B1B1-611A6F0885D1}" srcOrd="0" destOrd="0" presId="urn:microsoft.com/office/officeart/2018/2/layout/IconCircleList"/>
    <dgm:cxn modelId="{B36CC0FC-6D54-40AD-979C-B6A5EAE9F7C3}" type="presParOf" srcId="{B5B3E470-D273-4C53-A426-A9D084E32392}" destId="{C92DD589-8573-4864-9CC3-62209A423F00}" srcOrd="1" destOrd="0" presId="urn:microsoft.com/office/officeart/2018/2/layout/IconCircleList"/>
    <dgm:cxn modelId="{522A74F4-2E5A-4B44-8922-CC09CBD0C30B}" type="presParOf" srcId="{B5B3E470-D273-4C53-A426-A9D084E32392}" destId="{FD8292D7-CFF0-48B7-B3EE-4463548C80F5}" srcOrd="2" destOrd="0" presId="urn:microsoft.com/office/officeart/2018/2/layout/IconCircleList"/>
    <dgm:cxn modelId="{8B793BB5-0276-4D6C-AC6A-D69D109C8BE8}" type="presParOf" srcId="{B5B3E470-D273-4C53-A426-A9D084E32392}" destId="{458721ED-70D3-4683-8EC4-D198F06F14A3}" srcOrd="3" destOrd="0" presId="urn:microsoft.com/office/officeart/2018/2/layout/IconCircleList"/>
    <dgm:cxn modelId="{D05D48A5-2AE6-49CC-A4B6-016DE3456F46}" type="presParOf" srcId="{7F9290CC-2395-4D26-A30F-0161D456A2C7}" destId="{D8082139-705B-4DEA-A94C-7A3CF1EAEEBB}" srcOrd="3" destOrd="0" presId="urn:microsoft.com/office/officeart/2018/2/layout/IconCircleList"/>
    <dgm:cxn modelId="{44FC8B02-3E34-417A-86DA-DE80C3BE5E6D}" type="presParOf" srcId="{7F9290CC-2395-4D26-A30F-0161D456A2C7}" destId="{5951464D-9ADA-43EC-8183-EAA22A6BDD2D}" srcOrd="4" destOrd="0" presId="urn:microsoft.com/office/officeart/2018/2/layout/IconCircleList"/>
    <dgm:cxn modelId="{7B01C29F-AB22-48CB-9B63-2288EBAB0F91}" type="presParOf" srcId="{5951464D-9ADA-43EC-8183-EAA22A6BDD2D}" destId="{6B8486F8-C5B9-4F9D-8F41-2E8B9E8DBEE8}" srcOrd="0" destOrd="0" presId="urn:microsoft.com/office/officeart/2018/2/layout/IconCircleList"/>
    <dgm:cxn modelId="{AC4C4CFC-D6C2-4BB0-98ED-F545B8A2EA44}" type="presParOf" srcId="{5951464D-9ADA-43EC-8183-EAA22A6BDD2D}" destId="{1626B1CF-98BE-4F08-A244-9F1421A23128}" srcOrd="1" destOrd="0" presId="urn:microsoft.com/office/officeart/2018/2/layout/IconCircleList"/>
    <dgm:cxn modelId="{F74E9C15-3B64-4B05-8A01-3BD2A1CB2BE5}" type="presParOf" srcId="{5951464D-9ADA-43EC-8183-EAA22A6BDD2D}" destId="{22BC1799-01E8-4A03-A1C9-EF2E864A69AA}" srcOrd="2" destOrd="0" presId="urn:microsoft.com/office/officeart/2018/2/layout/IconCircleList"/>
    <dgm:cxn modelId="{47604EF5-73A3-47E1-8B1E-739B00DE76FC}" type="presParOf" srcId="{5951464D-9ADA-43EC-8183-EAA22A6BDD2D}" destId="{E693934D-7571-4151-84D8-5607F1CFC18E}" srcOrd="3" destOrd="0" presId="urn:microsoft.com/office/officeart/2018/2/layout/IconCircleList"/>
    <dgm:cxn modelId="{ACD78523-B1A7-4739-BB96-3CB2A51E4EE7}" type="presParOf" srcId="{7F9290CC-2395-4D26-A30F-0161D456A2C7}" destId="{D1A9CF5A-0EC8-4E67-B44E-7D882E0C15F0}" srcOrd="5" destOrd="0" presId="urn:microsoft.com/office/officeart/2018/2/layout/IconCircleList"/>
    <dgm:cxn modelId="{0D9BFBF9-B4E2-40D6-86DB-6789A6894E98}" type="presParOf" srcId="{7F9290CC-2395-4D26-A30F-0161D456A2C7}" destId="{FCB72A66-F01A-46F3-83D0-9D4F964D3FAA}" srcOrd="6" destOrd="0" presId="urn:microsoft.com/office/officeart/2018/2/layout/IconCircleList"/>
    <dgm:cxn modelId="{23424C11-8107-4A6B-9DC6-40570410105E}" type="presParOf" srcId="{FCB72A66-F01A-46F3-83D0-9D4F964D3FAA}" destId="{474ACB47-F484-49D6-93A3-58589AB62067}" srcOrd="0" destOrd="0" presId="urn:microsoft.com/office/officeart/2018/2/layout/IconCircleList"/>
    <dgm:cxn modelId="{4CB316ED-19DA-485A-A04E-4BF1CAC9FA3B}" type="presParOf" srcId="{FCB72A66-F01A-46F3-83D0-9D4F964D3FAA}" destId="{C0C20CF4-CFF3-432E-AA54-EE268811C711}" srcOrd="1" destOrd="0" presId="urn:microsoft.com/office/officeart/2018/2/layout/IconCircleList"/>
    <dgm:cxn modelId="{E6EB71D3-DDF7-4931-A7EB-2542992EFF70}" type="presParOf" srcId="{FCB72A66-F01A-46F3-83D0-9D4F964D3FAA}" destId="{F89F25B0-47C8-4FF8-B3C2-62F6A759E316}" srcOrd="2" destOrd="0" presId="urn:microsoft.com/office/officeart/2018/2/layout/IconCircleList"/>
    <dgm:cxn modelId="{09B1B419-103B-4348-AB3A-A8908882A512}" type="presParOf" srcId="{FCB72A66-F01A-46F3-83D0-9D4F964D3FAA}" destId="{AFCEEC99-DFCC-4E5B-970B-EAAA748C6A81}" srcOrd="3" destOrd="0" presId="urn:microsoft.com/office/officeart/2018/2/layout/IconCircleList"/>
    <dgm:cxn modelId="{57929962-F5C8-4B98-BB76-322DA0BDDF2D}" type="presParOf" srcId="{7F9290CC-2395-4D26-A30F-0161D456A2C7}" destId="{99D17FE6-427A-46D3-8348-BB912CC78D22}" srcOrd="7" destOrd="0" presId="urn:microsoft.com/office/officeart/2018/2/layout/IconCircleList"/>
    <dgm:cxn modelId="{FB62AA69-ECB5-48DF-9466-850B416E98E2}" type="presParOf" srcId="{7F9290CC-2395-4D26-A30F-0161D456A2C7}" destId="{5F3965F6-D4B8-46D4-8E33-847DF26EF824}" srcOrd="8" destOrd="0" presId="urn:microsoft.com/office/officeart/2018/2/layout/IconCircleList"/>
    <dgm:cxn modelId="{F9507DBE-3902-435C-A5CC-ED1331F78132}" type="presParOf" srcId="{5F3965F6-D4B8-46D4-8E33-847DF26EF824}" destId="{41F92A46-F4FC-43D1-A3D1-B7A4EF90E92B}" srcOrd="0" destOrd="0" presId="urn:microsoft.com/office/officeart/2018/2/layout/IconCircleList"/>
    <dgm:cxn modelId="{8343CF5D-DD43-4F00-B608-9188D19BF1B7}" type="presParOf" srcId="{5F3965F6-D4B8-46D4-8E33-847DF26EF824}" destId="{46072BF5-83D8-4B50-A36E-8C8BB8E4CB0C}" srcOrd="1" destOrd="0" presId="urn:microsoft.com/office/officeart/2018/2/layout/IconCircleList"/>
    <dgm:cxn modelId="{F7031706-29EF-4727-9073-BE5FBB1D53D5}" type="presParOf" srcId="{5F3965F6-D4B8-46D4-8E33-847DF26EF824}" destId="{97A00320-AA13-44C6-B50E-9672D3D610F6}" srcOrd="2" destOrd="0" presId="urn:microsoft.com/office/officeart/2018/2/layout/IconCircleList"/>
    <dgm:cxn modelId="{08762885-6B9C-4DBB-A7BF-1C30F606B368}" type="presParOf" srcId="{5F3965F6-D4B8-46D4-8E33-847DF26EF824}" destId="{3076705F-D0CD-4EB6-A99E-D8BF533BC46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69E60-85D0-404E-8686-8A35B6B0A9E1}">
      <dsp:nvSpPr>
        <dsp:cNvPr id="0" name=""/>
        <dsp:cNvSpPr/>
      </dsp:nvSpPr>
      <dsp:spPr>
        <a:xfrm>
          <a:off x="520435" y="51754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E6CC4-DCCD-4CF2-A44F-5B408A3C51B6}">
      <dsp:nvSpPr>
        <dsp:cNvPr id="0" name=""/>
        <dsp:cNvSpPr/>
      </dsp:nvSpPr>
      <dsp:spPr>
        <a:xfrm>
          <a:off x="25435" y="1597667"/>
          <a:ext cx="1800000" cy="720000"/>
        </a:xfrm>
        <a:prstGeom prst="rect">
          <a:avLst/>
        </a:prstGeom>
        <a:solidFill>
          <a:srgbClr val="1F4E79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1. Unexpected machine breakdowns cause costly downtime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25435" y="1597667"/>
        <a:ext cx="1800000" cy="720000"/>
      </dsp:txXfrm>
    </dsp:sp>
    <dsp:sp modelId="{DED758D0-498B-42A0-A1BC-C477D5AEFB77}">
      <dsp:nvSpPr>
        <dsp:cNvPr id="0" name=""/>
        <dsp:cNvSpPr/>
      </dsp:nvSpPr>
      <dsp:spPr>
        <a:xfrm>
          <a:off x="2635435" y="51754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3B733-A981-46EE-A5AB-8CFCD2F20C24}">
      <dsp:nvSpPr>
        <dsp:cNvPr id="0" name=""/>
        <dsp:cNvSpPr/>
      </dsp:nvSpPr>
      <dsp:spPr>
        <a:xfrm>
          <a:off x="2140435" y="1597667"/>
          <a:ext cx="1800000" cy="720000"/>
        </a:xfrm>
        <a:prstGeom prst="rect">
          <a:avLst/>
        </a:prstGeom>
        <a:solidFill>
          <a:srgbClr val="1F4E79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2. Maintenance is reactive or wasteful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2140435" y="1597667"/>
        <a:ext cx="1800000" cy="720000"/>
      </dsp:txXfrm>
    </dsp:sp>
    <dsp:sp modelId="{77D307E1-61BE-45AE-BD4F-C304C2FF6700}">
      <dsp:nvSpPr>
        <dsp:cNvPr id="0" name=""/>
        <dsp:cNvSpPr/>
      </dsp:nvSpPr>
      <dsp:spPr>
        <a:xfrm>
          <a:off x="4750435" y="51754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8EC301-1EBD-43F1-9ECA-9F9F314B2BFA}">
      <dsp:nvSpPr>
        <dsp:cNvPr id="0" name=""/>
        <dsp:cNvSpPr/>
      </dsp:nvSpPr>
      <dsp:spPr>
        <a:xfrm>
          <a:off x="4255435" y="1597667"/>
          <a:ext cx="1800000" cy="720000"/>
        </a:xfrm>
        <a:prstGeom prst="rect">
          <a:avLst/>
        </a:prstGeom>
        <a:solidFill>
          <a:srgbClr val="1F4E79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3. No early warning system on the floor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4255435" y="1597667"/>
        <a:ext cx="1800000" cy="720000"/>
      </dsp:txXfrm>
    </dsp:sp>
    <dsp:sp modelId="{96A85A6E-E9DA-4B34-B4ED-ADED675A8F77}">
      <dsp:nvSpPr>
        <dsp:cNvPr id="0" name=""/>
        <dsp:cNvSpPr/>
      </dsp:nvSpPr>
      <dsp:spPr>
        <a:xfrm>
          <a:off x="6865435" y="51754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6F6DE-C992-4C6F-BB59-BD42993299E7}">
      <dsp:nvSpPr>
        <dsp:cNvPr id="0" name=""/>
        <dsp:cNvSpPr/>
      </dsp:nvSpPr>
      <dsp:spPr>
        <a:xfrm>
          <a:off x="6370435" y="1597667"/>
          <a:ext cx="1800000" cy="720000"/>
        </a:xfrm>
        <a:prstGeom prst="rect">
          <a:avLst/>
        </a:prstGeom>
        <a:solidFill>
          <a:srgbClr val="1F4E79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4. Manual tracking misses failure patterns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6370435" y="1597667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D7B24-837F-4390-944C-16CA73247F03}">
      <dsp:nvSpPr>
        <dsp:cNvPr id="0" name=""/>
        <dsp:cNvSpPr/>
      </dsp:nvSpPr>
      <dsp:spPr>
        <a:xfrm>
          <a:off x="1215335" y="72641"/>
          <a:ext cx="763241" cy="7632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7AFA2-9AB9-47A9-A5C3-2F202792A622}">
      <dsp:nvSpPr>
        <dsp:cNvPr id="0" name=""/>
        <dsp:cNvSpPr/>
      </dsp:nvSpPr>
      <dsp:spPr>
        <a:xfrm>
          <a:off x="1375616" y="232921"/>
          <a:ext cx="442680" cy="4426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4F6B1-0731-4A50-8FA5-9AA3106BC3BB}">
      <dsp:nvSpPr>
        <dsp:cNvPr id="0" name=""/>
        <dsp:cNvSpPr/>
      </dsp:nvSpPr>
      <dsp:spPr>
        <a:xfrm>
          <a:off x="2142128" y="72641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Real-time sensor data analysis with ML</a:t>
          </a:r>
        </a:p>
      </dsp:txBody>
      <dsp:txXfrm>
        <a:off x="2142128" y="72641"/>
        <a:ext cx="1799069" cy="763241"/>
      </dsp:txXfrm>
    </dsp:sp>
    <dsp:sp modelId="{1189F32B-150E-45C9-B1B1-611A6F0885D1}">
      <dsp:nvSpPr>
        <dsp:cNvPr id="0" name=""/>
        <dsp:cNvSpPr/>
      </dsp:nvSpPr>
      <dsp:spPr>
        <a:xfrm>
          <a:off x="4254672" y="72641"/>
          <a:ext cx="763241" cy="7632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DD589-8573-4864-9CC3-62209A423F00}">
      <dsp:nvSpPr>
        <dsp:cNvPr id="0" name=""/>
        <dsp:cNvSpPr/>
      </dsp:nvSpPr>
      <dsp:spPr>
        <a:xfrm>
          <a:off x="4414953" y="232921"/>
          <a:ext cx="442680" cy="4426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721ED-70D3-4683-8EC4-D198F06F14A3}">
      <dsp:nvSpPr>
        <dsp:cNvPr id="0" name=""/>
        <dsp:cNvSpPr/>
      </dsp:nvSpPr>
      <dsp:spPr>
        <a:xfrm>
          <a:off x="5181466" y="72641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Trained on 10,000 industrial data points</a:t>
          </a:r>
        </a:p>
      </dsp:txBody>
      <dsp:txXfrm>
        <a:off x="5181466" y="72641"/>
        <a:ext cx="1799069" cy="763241"/>
      </dsp:txXfrm>
    </dsp:sp>
    <dsp:sp modelId="{6B8486F8-C5B9-4F9D-8F41-2E8B9E8DBEE8}">
      <dsp:nvSpPr>
        <dsp:cNvPr id="0" name=""/>
        <dsp:cNvSpPr/>
      </dsp:nvSpPr>
      <dsp:spPr>
        <a:xfrm>
          <a:off x="1215335" y="1463081"/>
          <a:ext cx="763241" cy="7632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26B1CF-98BE-4F08-A244-9F1421A23128}">
      <dsp:nvSpPr>
        <dsp:cNvPr id="0" name=""/>
        <dsp:cNvSpPr/>
      </dsp:nvSpPr>
      <dsp:spPr>
        <a:xfrm>
          <a:off x="1375616" y="1623362"/>
          <a:ext cx="442680" cy="4426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3934D-7571-4151-84D8-5607F1CFC18E}">
      <dsp:nvSpPr>
        <dsp:cNvPr id="0" name=""/>
        <dsp:cNvSpPr/>
      </dsp:nvSpPr>
      <dsp:spPr>
        <a:xfrm>
          <a:off x="2142128" y="1463081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97% failure prediction accuracy</a:t>
          </a:r>
        </a:p>
      </dsp:txBody>
      <dsp:txXfrm>
        <a:off x="2142128" y="1463081"/>
        <a:ext cx="1799069" cy="763241"/>
      </dsp:txXfrm>
    </dsp:sp>
    <dsp:sp modelId="{474ACB47-F484-49D6-93A3-58589AB62067}">
      <dsp:nvSpPr>
        <dsp:cNvPr id="0" name=""/>
        <dsp:cNvSpPr/>
      </dsp:nvSpPr>
      <dsp:spPr>
        <a:xfrm>
          <a:off x="4254672" y="1463081"/>
          <a:ext cx="763241" cy="7632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20CF4-CFF3-432E-AA54-EE268811C711}">
      <dsp:nvSpPr>
        <dsp:cNvPr id="0" name=""/>
        <dsp:cNvSpPr/>
      </dsp:nvSpPr>
      <dsp:spPr>
        <a:xfrm>
          <a:off x="4414953" y="1623362"/>
          <a:ext cx="442680" cy="4426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EEC99-DFCC-4E5B-970B-EAAA748C6A81}">
      <dsp:nvSpPr>
        <dsp:cNvPr id="0" name=""/>
        <dsp:cNvSpPr/>
      </dsp:nvSpPr>
      <dsp:spPr>
        <a:xfrm>
          <a:off x="5181466" y="1463081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Simple dashboard for operators</a:t>
          </a:r>
        </a:p>
      </dsp:txBody>
      <dsp:txXfrm>
        <a:off x="5181466" y="1463081"/>
        <a:ext cx="1799069" cy="763241"/>
      </dsp:txXfrm>
    </dsp:sp>
    <dsp:sp modelId="{41F92A46-F4FC-43D1-A3D1-B7A4EF90E92B}">
      <dsp:nvSpPr>
        <dsp:cNvPr id="0" name=""/>
        <dsp:cNvSpPr/>
      </dsp:nvSpPr>
      <dsp:spPr>
        <a:xfrm>
          <a:off x="1215335" y="2853522"/>
          <a:ext cx="763241" cy="7632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72BF5-83D8-4B50-A36E-8C8BB8E4CB0C}">
      <dsp:nvSpPr>
        <dsp:cNvPr id="0" name=""/>
        <dsp:cNvSpPr/>
      </dsp:nvSpPr>
      <dsp:spPr>
        <a:xfrm>
          <a:off x="1375616" y="3013802"/>
          <a:ext cx="442680" cy="4426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6705F-D0CD-4EB6-A99E-D8BF533BC469}">
      <dsp:nvSpPr>
        <dsp:cNvPr id="0" name=""/>
        <dsp:cNvSpPr/>
      </dsp:nvSpPr>
      <dsp:spPr>
        <a:xfrm>
          <a:off x="2142128" y="2853522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Clear risk levels: Low / Medium / High</a:t>
          </a:r>
        </a:p>
      </dsp:txBody>
      <dsp:txXfrm>
        <a:off x="2142128" y="2853522"/>
        <a:ext cx="1799069" cy="763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E3C76-424B-4AD9-9B5E-BB35ED0C504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387D8-AFA3-4E09-9A44-D626CDA57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83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387D8-AFA3-4E09-9A44-D626CDA578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6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8967" y="4922156"/>
            <a:ext cx="2449901" cy="1316965"/>
          </a:xfrm>
        </p:spPr>
        <p:txBody>
          <a:bodyPr>
            <a:normAutofit fontScale="47500" lnSpcReduction="20000"/>
          </a:bodyPr>
          <a:lstStyle/>
          <a:p>
            <a:endParaRPr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Yogananda Manjunath</a:t>
            </a:r>
          </a:p>
          <a:p>
            <a:r>
              <a:rPr dirty="0">
                <a:solidFill>
                  <a:schemeClr val="tx1"/>
                </a:solidFill>
              </a:rPr>
              <a:t>MS Data Science, University of New Haven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244F0-D141-2B9F-6E19-75117920F89E}"/>
              </a:ext>
            </a:extLst>
          </p:cNvPr>
          <p:cNvSpPr txBox="1"/>
          <p:nvPr/>
        </p:nvSpPr>
        <p:spPr>
          <a:xfrm>
            <a:off x="3042249" y="2125224"/>
            <a:ext cx="4494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AI-Powered Predictive Maintenance System for Precision Manufacturing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AFFDE0-7FD9-9AA4-845C-E86DBFE6A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962" y="318046"/>
            <a:ext cx="5930076" cy="19147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3D0430-E558-8DD5-C017-6C1F7D4117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229352"/>
              </p:ext>
            </p:extLst>
          </p:nvPr>
        </p:nvGraphicFramePr>
        <p:xfrm>
          <a:off x="483042" y="2489386"/>
          <a:ext cx="8195871" cy="2835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5A47AB9-B2E4-1B2C-CD34-391F1C083286}"/>
              </a:ext>
            </a:extLst>
          </p:cNvPr>
          <p:cNvSpPr txBox="1"/>
          <p:nvPr/>
        </p:nvSpPr>
        <p:spPr>
          <a:xfrm>
            <a:off x="2490508" y="1826591"/>
            <a:ext cx="437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How is data used to predict Machine Failure?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84350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The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332C99-CD17-3B6C-A3E9-51CD0E0B59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182741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NovaGuard in Action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51EB1B-F6F7-0229-0FE2-21D5F39B2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168" y="2025980"/>
            <a:ext cx="8495662" cy="433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38F59-4325-A76F-3D29-B9ECC619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8C4ED-82F3-108A-FA27-D94C5F72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NovaGuard in Action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B2D6AD-4F6A-BA39-6AC6-B80B146C1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168" y="2015359"/>
            <a:ext cx="8495662" cy="435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842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Build This Together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4FD58-6317-813A-2C54-03F52DBB501B}"/>
              </a:ext>
            </a:extLst>
          </p:cNvPr>
          <p:cNvSpPr txBox="1"/>
          <p:nvPr/>
        </p:nvSpPr>
        <p:spPr>
          <a:xfrm>
            <a:off x="1529751" y="2087592"/>
            <a:ext cx="4733026" cy="1665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Ready to learn, build and deploy at Novo Precision</a:t>
            </a:r>
          </a:p>
          <a:p>
            <a:pPr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Ready to support data-driven manufacturing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4688C-75E2-346A-EFB7-B25846E702B6}"/>
              </a:ext>
            </a:extLst>
          </p:cNvPr>
          <p:cNvSpPr txBox="1"/>
          <p:nvPr/>
        </p:nvSpPr>
        <p:spPr>
          <a:xfrm>
            <a:off x="1408981" y="3812875"/>
            <a:ext cx="5561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err="1"/>
              <a:t>Github</a:t>
            </a:r>
            <a:r>
              <a:rPr lang="en-IN" dirty="0"/>
              <a:t> - https://github.com/Yogananda16/NovaGuard</a:t>
            </a:r>
          </a:p>
          <a:p>
            <a:endParaRPr lang="en-IN" dirty="0"/>
          </a:p>
          <a:p>
            <a:r>
              <a:rPr lang="en-IN" b="1" u="sng" dirty="0"/>
              <a:t>LinkedIn</a:t>
            </a:r>
            <a:r>
              <a:rPr lang="en-IN" dirty="0"/>
              <a:t> - https://www.linkedin.com/in/yogananda-manjunath-827113227/</a:t>
            </a:r>
          </a:p>
          <a:p>
            <a:endParaRPr lang="en-IN" dirty="0"/>
          </a:p>
          <a:p>
            <a:r>
              <a:rPr lang="en-IN" b="1" u="sng" dirty="0"/>
              <a:t>Portfolio</a:t>
            </a:r>
            <a:r>
              <a:rPr lang="en-IN" dirty="0"/>
              <a:t> - https://yogananda16.github.io/yogananda-portfolio-latest/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53FE2-2B5F-7495-F4CF-3C40DEA81C00}"/>
              </a:ext>
            </a:extLst>
          </p:cNvPr>
          <p:cNvSpPr txBox="1"/>
          <p:nvPr/>
        </p:nvSpPr>
        <p:spPr>
          <a:xfrm>
            <a:off x="3386468" y="2053087"/>
            <a:ext cx="2485245" cy="14327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156</Words>
  <Application>Microsoft Office PowerPoint</Application>
  <PresentationFormat>On-screen Show (4:3)</PresentationFormat>
  <Paragraphs>30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The Problem</vt:lpstr>
      <vt:lpstr>The Solution</vt:lpstr>
      <vt:lpstr>NovaGuard in Action</vt:lpstr>
      <vt:lpstr>NovaGuard in Action</vt:lpstr>
      <vt:lpstr>Let’s Build This Together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yogananda M</dc:creator>
  <cp:keywords/>
  <dc:description>generated using python-pptx</dc:description>
  <cp:lastModifiedBy>yogananda M</cp:lastModifiedBy>
  <cp:revision>8</cp:revision>
  <dcterms:created xsi:type="dcterms:W3CDTF">2013-01-27T09:14:16Z</dcterms:created>
  <dcterms:modified xsi:type="dcterms:W3CDTF">2026-04-13T03:52:35Z</dcterms:modified>
  <cp:category/>
</cp:coreProperties>
</file>